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Teaching Computers to Play Chess Like Masters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an AI Chess Engine with Deep Learning &amp; Classical Search</a:t>
            </a:r>
          </a:p>
          <a:p/>
          <a:p>
            <a:r>
              <a:t>♟️ ♞ ♝ ♜ ♛ 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Can We Build Smart Chess AI Affordably?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Challenge:</a:t>
            </a:r>
          </a:p>
          <a:p>
            <a:pPr>
              <a:defRPr sz="1800"/>
            </a:pPr>
            <a:r>
              <a:t>Chess engines like AlphaZero are superhuman but require weeks of training</a:t>
            </a:r>
          </a:p>
          <a:p>
            <a:pPr>
              <a:defRPr sz="1800"/>
            </a:pPr>
            <a:r>
              <a:t>Thousands of specialized processors costing over $100,000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The Question: Can we create a competitive chess AI that:</a:t>
            </a:r>
          </a:p>
          <a:p>
            <a:pPr>
              <a:defRPr sz="1800"/>
            </a:pPr>
            <a:r>
              <a:t>Trains in under an hour on a single GPU?</a:t>
            </a:r>
          </a:p>
          <a:p>
            <a:pPr>
              <a:defRPr sz="1800"/>
            </a:pPr>
            <a:r>
              <a:t>Reaches intermediate club-level strength (~2000 Elo)?</a:t>
            </a:r>
          </a:p>
          <a:p>
            <a:pPr>
              <a:defRPr sz="1800"/>
            </a:pPr>
            <a:r>
              <a:t>Costs less than $10 to train?</a:t>
            </a:r>
          </a:p>
          <a:p>
            <a:pPr>
              <a:defRPr sz="1800"/>
            </a:pPr>
            <a:r>
              <a:t>Learns from expert human games instead of expensive self-play?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Answer: YES! By using supervised learning from master games.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Perfect AI Testbed:</a:t>
            </a:r>
          </a:p>
          <a:p>
            <a:pPr>
              <a:defRPr sz="1800"/>
            </a:pPr>
            <a:r>
              <a:t>Clear outcomes: Win/loss/draw - perfect feedback</a:t>
            </a:r>
          </a:p>
          <a:p>
            <a:pPr>
              <a:defRPr sz="1800"/>
            </a:pPr>
            <a:r>
              <a:t>Huge complexity: ~10^43 legal positions</a:t>
            </a:r>
          </a:p>
          <a:p>
            <a:pPr>
              <a:defRPr sz="1800"/>
            </a:pPr>
            <a:r>
              <a:t>Pattern recognition: Requires understanding, not just calculation</a:t>
            </a:r>
          </a:p>
          <a:p>
            <a:pPr>
              <a:defRPr sz="1800"/>
            </a:pPr>
            <a:r>
              <a:t>Strong benchmarks: Stockfish, Maia, human Elo ratings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Rich Data Available:</a:t>
            </a:r>
          </a:p>
          <a:p>
            <a:pPr>
              <a:defRPr sz="1800"/>
            </a:pPr>
            <a:r>
              <a:t>Lichess Database: 3.1 GB of master games</a:t>
            </a:r>
          </a:p>
          <a:p>
            <a:pPr>
              <a:defRPr sz="1800"/>
            </a:pPr>
            <a:r>
              <a:t>Millions of positions from expert play</a:t>
            </a:r>
          </a:p>
          <a:p>
            <a:pPr>
              <a:defRPr sz="1800"/>
            </a:pPr>
            <a:r>
              <a:t>Free &amp; open: CC0 license</a:t>
            </a:r>
          </a:p>
          <a:p>
            <a:pPr>
              <a:defRPr sz="1800"/>
            </a:pPr>
            <a:r>
              <a:t>Labeled by masters: Each move is a training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10^43 Positions  •  3.7M Training Examples  •  ~35 Avg Legal Moves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Approach: 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Two Paths to Chess AI: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Our Approach (Supervised):</a:t>
            </a:r>
          </a:p>
          <a:p>
            <a:pPr>
              <a:defRPr sz="1800"/>
            </a:pPr>
            <a:r>
              <a:t>Learn from expert human games</a:t>
            </a:r>
          </a:p>
          <a:p>
            <a:pPr>
              <a:defRPr sz="1800"/>
            </a:pPr>
            <a:r>
              <a:t>Training time: 40 minutes on single GPU</a:t>
            </a:r>
          </a:p>
          <a:p>
            <a:pPr>
              <a:defRPr sz="1800"/>
            </a:pPr>
            <a:r>
              <a:t>Cost: ~$10</a:t>
            </a:r>
          </a:p>
          <a:p>
            <a:pPr>
              <a:defRPr sz="1800"/>
            </a:pPr>
            <a:r>
              <a:t>Final strength: ~2000 Elo (intermediate)</a:t>
            </a:r>
          </a:p>
          <a:p>
            <a:pPr>
              <a:defRPr sz="1800"/>
            </a:pPr>
            <a:r>
              <a:t>Simple &amp; reproducible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AlphaZero (Reinforcement):</a:t>
            </a:r>
          </a:p>
          <a:p>
            <a:pPr>
              <a:defRPr sz="1800"/>
            </a:pPr>
            <a:r>
              <a:t>Self-play against itself</a:t>
            </a:r>
          </a:p>
          <a:p>
            <a:pPr>
              <a:defRPr sz="1800"/>
            </a:pPr>
            <a:r>
              <a:t>Training time: Weeks on thousands of TPUs</a:t>
            </a:r>
          </a:p>
          <a:p>
            <a:pPr>
              <a:defRPr sz="1800"/>
            </a:pPr>
            <a:r>
              <a:t>Cost: ~$100,000+</a:t>
            </a:r>
          </a:p>
          <a:p>
            <a:pPr>
              <a:defRPr sz="1800"/>
            </a:pPr>
            <a:r>
              <a:t>Final strength: 3000+ Elo (superhuman)</a:t>
            </a:r>
          </a:p>
          <a:p>
            <a:pPr>
              <a:defRPr sz="1800"/>
            </a:pPr>
            <a:r>
              <a:t>Research-level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Data: Learning from Masters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 Collection:</a:t>
            </a:r>
          </a:p>
          <a:p>
            <a:pPr>
              <a:defRPr sz="1800"/>
            </a:pPr>
            <a:r>
              <a:t>Source: Lichess Elite Database</a:t>
            </a:r>
          </a:p>
          <a:p>
            <a:pPr>
              <a:defRPr sz="1800"/>
            </a:pPr>
            <a:r>
              <a:t>Size: 3.1 GB of game files</a:t>
            </a:r>
          </a:p>
          <a:p>
            <a:pPr>
              <a:defRPr sz="1800"/>
            </a:pPr>
            <a:r>
              <a:t>Filter: Both players 2000+ Elo</a:t>
            </a:r>
          </a:p>
          <a:p>
            <a:pPr>
              <a:defRPr sz="1800"/>
            </a:pPr>
            <a:r>
              <a:t>Result: 3.7 million positions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Data Processing:</a:t>
            </a:r>
          </a:p>
          <a:p>
            <a:pPr>
              <a:defRPr sz="1800"/>
            </a:pPr>
            <a:r>
              <a:t>Skip first 8 moves (opening theory)</a:t>
            </a:r>
          </a:p>
          <a:p>
            <a:pPr>
              <a:defRPr sz="1800"/>
            </a:pPr>
            <a:r>
              <a:t>Balance white/black 50/50</a:t>
            </a:r>
          </a:p>
          <a:p>
            <a:pPr>
              <a:defRPr sz="1800"/>
            </a:pPr>
            <a:r>
              <a:t>Tag by phase (opening/middle/endgame)</a:t>
            </a:r>
          </a:p>
          <a:p>
            <a:pPr>
              <a:defRPr sz="1800"/>
            </a:pPr>
            <a:r>
              <a:t>Split: 70% train / 15% validation / 15% test</a:t>
            </a:r>
          </a:p>
        </p:txBody>
      </p:sp>
      <p:pic>
        <p:nvPicPr>
          <p:cNvPr id="4" name="Picture 3" descr="phas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Brain: Neural 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Mini-ResNet Design (Inspired by AlphaZero):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Input: 12×8×8 board tensor (12 piece types)</a:t>
            </a:r>
          </a:p>
          <a:p>
            <a:pPr>
              <a:defRPr sz="1800"/>
            </a:pPr>
            <a:r>
              <a:t>Conv2D layer (64 channels)</a:t>
            </a:r>
          </a:p>
          <a:p>
            <a:pPr>
              <a:defRPr sz="1800"/>
            </a:pPr>
            <a:r>
              <a:t>6× Residual Blocks for pattern learning</a:t>
            </a:r>
          </a:p>
          <a:p>
            <a:pPr>
              <a:defRPr sz="1800"/>
            </a:pPr>
            <a:r>
              <a:t>Split into two heads: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Policy Head: Predicts move probabilities (4,672 possibilities)</a:t>
            </a:r>
          </a:p>
          <a:p>
            <a:pPr>
              <a:defRPr sz="1800"/>
            </a:pPr>
            <a:r>
              <a:t>Value Head: Evaluates position (-1 to +1)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Features:</a:t>
            </a:r>
          </a:p>
          <a:p>
            <a:pPr>
              <a:defRPr sz="1800"/>
            </a:pPr>
            <a:r>
              <a:t>6M parameters, 23MB model size</a:t>
            </a:r>
          </a:p>
          <a:p>
            <a:pPr>
              <a:defRPr sz="1800"/>
            </a:pPr>
            <a:r>
              <a:t>Residual connections enable deeper learning</a:t>
            </a:r>
          </a:p>
          <a:p>
            <a:pPr>
              <a:defRPr sz="1800"/>
            </a:pPr>
            <a:r>
              <a:t>Spatial convolutions understand board patterns</a:t>
            </a:r>
          </a:p>
          <a:p>
            <a:pPr>
              <a:defRPr sz="1800"/>
            </a:pPr>
            <a:r>
              <a:t>Legal move masking - only consider valid moves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Training: Teaching the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Training Configuration:</a:t>
            </a:r>
          </a:p>
          <a:p>
            <a:pPr>
              <a:defRPr sz="1800"/>
            </a:pPr>
            <a:r>
              <a:t>Optimizer: AdamW (adaptive learning rate)</a:t>
            </a:r>
          </a:p>
          <a:p>
            <a:pPr>
              <a:defRPr sz="1800"/>
            </a:pPr>
            <a:r>
              <a:t>Learning rate: Cosine schedule (0.001 → 0.0001)</a:t>
            </a:r>
          </a:p>
          <a:p>
            <a:pPr>
              <a:defRPr sz="1800"/>
            </a:pPr>
            <a:r>
              <a:t>Batch size: 256 positions</a:t>
            </a:r>
          </a:p>
          <a:p>
            <a:pPr>
              <a:defRPr sz="1800"/>
            </a:pPr>
            <a:r>
              <a:t>Epochs: 10 passes through data</a:t>
            </a:r>
          </a:p>
          <a:p>
            <a:pPr>
              <a:defRPr sz="1800"/>
            </a:pPr>
            <a:r>
              <a:t>Hardware: Google Colab L4 GPU</a:t>
            </a:r>
          </a:p>
          <a:p>
            <a:pPr>
              <a:defRPr sz="1800"/>
            </a:pPr>
            <a:r>
              <a:t>Time: 40 minutes total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Loss Function:</a:t>
            </a:r>
          </a:p>
          <a:p>
            <a:pPr>
              <a:defRPr sz="1800"/>
            </a:pPr>
            <a:r>
              <a:t>Policy Loss: How accurate are move predictions?</a:t>
            </a:r>
          </a:p>
          <a:p>
            <a:pPr>
              <a:defRPr sz="1800"/>
            </a:pPr>
            <a:r>
              <a:t>Value Loss: How accurate is position evaluation?</a:t>
            </a:r>
          </a:p>
          <a:p>
            <a:pPr>
              <a:defRPr sz="1800"/>
            </a:pPr>
            <a:r>
              <a:t>Total = CrossEntropy(policy) + 0.35 × MSE(value)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Result: 28.8% top-1 accuracy (10× better than random!)</a:t>
            </a:r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Results: Strong Pattern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Final Metrics:</a:t>
            </a:r>
          </a:p>
          <a:p>
            <a:pPr>
              <a:defRPr sz="1800"/>
            </a:pPr>
            <a:r>
              <a:t>Top-1 Accuracy: 28.8% (network's 1st choice matches master)</a:t>
            </a:r>
          </a:p>
          <a:p>
            <a:pPr>
              <a:defRPr sz="1800"/>
            </a:pPr>
            <a:r>
              <a:t>Top-3 Accuracy: 52% (master's move in top 3 predictions)</a:t>
            </a:r>
          </a:p>
          <a:p>
            <a:pPr>
              <a:defRPr sz="1800"/>
            </a:pPr>
            <a:r>
              <a:t>Top-5 Accuracy: 64%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Context:</a:t>
            </a:r>
          </a:p>
          <a:p>
            <a:pPr>
              <a:defRPr sz="1800"/>
            </a:pPr>
            <a:r>
              <a:t>Random guessing: ~2.9% (with ~35 legal moves)</a:t>
            </a:r>
          </a:p>
          <a:p>
            <a:pPr>
              <a:defRPr sz="1800"/>
            </a:pPr>
            <a:r>
              <a:t>Human masters (~2200 Elo): estimated 40-50%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Insights:</a:t>
            </a:r>
          </a:p>
          <a:p>
            <a:pPr>
              <a:defRPr sz="1800"/>
            </a:pPr>
            <a:r>
              <a:t>Data Impact: 37× more data → +44% accuracy improvement</a:t>
            </a:r>
          </a:p>
          <a:p>
            <a:pPr>
              <a:defRPr sz="1800"/>
            </a:pPr>
            <a:r>
              <a:t>Training Time: Only 40 minutes for intermediate understanding</a:t>
            </a:r>
          </a:p>
          <a:p>
            <a:pPr>
              <a:defRPr sz="1800"/>
            </a:pPr>
            <a:r>
              <a:t>Efficient: Single GPU achieved strong results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Lesson: Data quality matters more than architecture tweaks!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Search: Combining Neural + Classical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Why Search?</a:t>
            </a:r>
          </a:p>
          <a:p>
            <a:pPr>
              <a:defRPr sz="1800"/>
            </a:pPr>
            <a:r>
              <a:t>Neural network provides intuition, but chess requires looking ahead</a:t>
            </a:r>
          </a:p>
          <a:p>
            <a:pPr>
              <a:defRPr sz="1800"/>
            </a:pPr>
            <a:r>
              <a:t>Solution: Alpha-Beta search enhanced with neural guidance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How It Works:</a:t>
            </a:r>
          </a:p>
          <a:p>
            <a:pPr>
              <a:defRPr sz="1800"/>
            </a:pPr>
            <a:r>
              <a:t>1. Generate all legal moves</a:t>
            </a:r>
          </a:p>
          <a:p>
            <a:pPr>
              <a:defRPr sz="1800"/>
            </a:pPr>
            <a:r>
              <a:t>2. Neural ordering: Sort by policy network (best first)</a:t>
            </a:r>
          </a:p>
          <a:p>
            <a:pPr>
              <a:defRPr sz="1800"/>
            </a:pPr>
            <a:r>
              <a:t>3. Search tree: Explore best moves deeply, prune bad branches</a:t>
            </a:r>
          </a:p>
          <a:p>
            <a:pPr>
              <a:defRPr sz="1800"/>
            </a:pPr>
            <a:r>
              <a:t>4. Leaf evaluation: Use value network to judge positions</a:t>
            </a:r>
          </a:p>
          <a:p>
            <a:pPr>
              <a:defRPr sz="1800"/>
            </a:pPr>
            <a:r>
              <a:t>5. Back up scores through the tree</a:t>
            </a:r>
          </a:p>
          <a:p>
            <a:pPr>
              <a:defRPr sz="1800"/>
            </a:pPr>
            <a:r>
              <a:t>6. Choose the move with best score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Optimizations:</a:t>
            </a:r>
          </a:p>
          <a:p>
            <a:pPr>
              <a:defRPr sz="1800"/>
            </a:pPr>
            <a:r>
              <a:t>Transposition table: Remember 100K positions (20-30% hit rate)</a:t>
            </a:r>
          </a:p>
          <a:p>
            <a:pPr>
              <a:defRPr sz="1800"/>
            </a:pPr>
            <a:r>
              <a:t>Killer moves: Try moves that worked before</a:t>
            </a:r>
          </a:p>
          <a:p>
            <a:pPr>
              <a:defRPr sz="1800"/>
            </a:pPr>
            <a:r>
              <a:t>Quiescence search: Extend on captures/checks</a:t>
            </a:r>
          </a:p>
          <a:p>
            <a:pPr>
              <a:defRPr sz="1800"/>
            </a:pPr>
            <a:r>
              <a:t>Search depth: 2-3 plies in 300ms per move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Results: How Strong Is Our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Tournament Format: 100 games each, 300ms/move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vs Sunfish (Depth 2, ~2000 Elo):</a:t>
            </a:r>
          </a:p>
          <a:p>
            <a:pPr>
              <a:defRPr sz="1800"/>
            </a:pPr>
            <a:r>
              <a:t>Result: 45 wins - 36 draws - 19 losses</a:t>
            </a:r>
          </a:p>
          <a:p>
            <a:pPr>
              <a:defRPr sz="1800"/>
            </a:pPr>
            <a:r>
              <a:t>Win rate: 63% (+92 Elo)</a:t>
            </a:r>
          </a:p>
          <a:p>
            <a:pPr>
              <a:defRPr sz="1800"/>
            </a:pPr>
            <a:r>
              <a:t>Strong positional play with high draw rate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vs Stockfish Level 1 (~2300 Elo):</a:t>
            </a:r>
          </a:p>
          <a:p>
            <a:pPr>
              <a:defRPr sz="1800"/>
            </a:pPr>
            <a:r>
              <a:t>Result: 12-6-82</a:t>
            </a:r>
          </a:p>
          <a:p>
            <a:pPr>
              <a:defRPr sz="1800"/>
            </a:pPr>
            <a:r>
              <a:t>Win rate: 15% (-301 Elo)</a:t>
            </a:r>
          </a:p>
          <a:p>
            <a:pPr>
              <a:defRPr sz="1800"/>
            </a:pPr>
            <a:r>
              <a:t>Expected deficit from deeper search (depth 10-15 vs our 2-3)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vs Maia-1500 (Neural engine):</a:t>
            </a:r>
          </a:p>
          <a:p>
            <a:pPr>
              <a:defRPr sz="1800"/>
            </a:pPr>
            <a:r>
              <a:t>Result: 1-2-97</a:t>
            </a:r>
          </a:p>
          <a:p>
            <a:pPr>
              <a:defRPr sz="1800"/>
            </a:pPr>
            <a:r>
              <a:t>Win rate: 2% (-676 Elo)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Estimated Elo: ~2000 (Intermediate club level)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lo_estim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743200"/>
          </a:xfrm>
          <a:prstGeom prst="rect">
            <a:avLst/>
          </a:prstGeom>
        </p:spPr>
      </p:pic>
      <p:pic>
        <p:nvPicPr>
          <p:cNvPr id="5" name="Picture 4" descr="acpl_by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1148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Left: Relative strength vs opponents  •  Right: Avg Centipawn Loss by phase (lower is better)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Did The AI Actually Learn?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Strengths:</a:t>
            </a:r>
          </a:p>
          <a:p>
            <a:pPr>
              <a:defRPr sz="1800"/>
            </a:pPr>
            <a:r>
              <a:t>Positional understanding: Controls center, develops pieces</a:t>
            </a:r>
          </a:p>
          <a:p>
            <a:pPr>
              <a:defRPr sz="1800"/>
            </a:pPr>
            <a:r>
              <a:t>Basic tactics: Recognizes forks, pins, discovered attacks</a:t>
            </a:r>
          </a:p>
          <a:p>
            <a:pPr>
              <a:defRPr sz="1800"/>
            </a:pPr>
            <a:r>
              <a:t>Opening principles: Strong first 10-15 moves</a:t>
            </a:r>
          </a:p>
          <a:p>
            <a:pPr>
              <a:defRPr sz="1800"/>
            </a:pPr>
            <a:r>
              <a:t>Pattern recognition: Sees common motifs from masters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Weaknesses:</a:t>
            </a:r>
          </a:p>
          <a:p>
            <a:pPr>
              <a:defRPr sz="1800"/>
            </a:pPr>
            <a:r>
              <a:t>Deep tactics (42% of errors): Misses 4+ move combinations</a:t>
            </a:r>
          </a:p>
          <a:p>
            <a:pPr>
              <a:defRPr sz="1800"/>
            </a:pPr>
            <a:r>
              <a:t>Endgame precision (28%): Suboptimal technical play</a:t>
            </a:r>
          </a:p>
          <a:p>
            <a:pPr>
              <a:defRPr sz="1800"/>
            </a:pPr>
            <a:r>
              <a:t>Positional nuances (18%): Misses prophylactic moves</a:t>
            </a:r>
          </a:p>
          <a:p>
            <a:pPr>
              <a:defRPr sz="1800"/>
            </a:pPr>
            <a:r>
              <a:t>King safety (12%): Undervalues defensive moves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Playing Style:</a:t>
            </a:r>
          </a:p>
          <a:p>
            <a:pPr>
              <a:defRPr sz="1800"/>
            </a:pPr>
            <a:r>
              <a:t>Like an intermediate club player (Class A/Expert level)</a:t>
            </a:r>
          </a:p>
          <a:p>
            <a:pPr>
              <a:defRPr sz="1800"/>
            </a:pPr>
            <a:r>
              <a:t>Strong fundamentals but occasionally misses complex tactics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Supervised Learning Is Practical</a:t>
            </a:r>
          </a:p>
          <a:p>
            <a:pPr>
              <a:defRPr sz="1800"/>
            </a:pPr>
            <a:r>
              <a:t>40 minutes + $10 achieved intermediate chess strength</a:t>
            </a:r>
          </a:p>
          <a:p>
            <a:pPr>
              <a:defRPr sz="1800"/>
            </a:pPr>
            <a:r>
              <a:t>You don't need massive resources to build useful AI!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Data Quality Matters Most</a:t>
            </a:r>
          </a:p>
          <a:p>
            <a:pPr>
              <a:defRPr sz="1800"/>
            </a:pPr>
            <a:r>
              <a:t>37× more data → +44% accuracy improvement</a:t>
            </a:r>
          </a:p>
          <a:p>
            <a:pPr>
              <a:defRPr sz="1800"/>
            </a:pPr>
            <a:r>
              <a:t>Focus on data before architecture tweaks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Hybrid Approaches Work Best</a:t>
            </a:r>
          </a:p>
          <a:p>
            <a:pPr>
              <a:defRPr sz="1800"/>
            </a:pPr>
            <a:r>
              <a:t>Neural networks + Classical algorithms = better than either alone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Trade-offs Are Real</a:t>
            </a:r>
          </a:p>
          <a:p>
            <a:pPr>
              <a:defRPr sz="1800"/>
            </a:pPr>
            <a:r>
              <a:t>Supervised: Fast, cheap, simple → ~2000 Elo</a:t>
            </a:r>
          </a:p>
          <a:p>
            <a:pPr>
              <a:defRPr sz="1800"/>
            </a:pPr>
            <a:r>
              <a:t>Reinforcement: Slow, expensive, complex → 3000+ Elo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AI Is Increasingly Accessible</a:t>
            </a:r>
          </a:p>
          <a:p>
            <a:pPr>
              <a:defRPr sz="1800"/>
            </a:pPr>
            <a:r>
              <a:t>What required institutions in 2010 now takes one person and cloud GPUs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Quick Wins (High ROI):</a:t>
            </a:r>
          </a:p>
          <a:p>
            <a:pPr>
              <a:defRPr sz="1800"/>
            </a:pPr>
            <a:r>
              <a:t>Opening book: +50-100 Elo (2 days effort)</a:t>
            </a:r>
          </a:p>
          <a:p>
            <a:pPr>
              <a:defRPr sz="1800"/>
            </a:pPr>
            <a:r>
              <a:t>Endgame tablebases: +30-50 Elo (1 day)</a:t>
            </a:r>
          </a:p>
          <a:p>
            <a:pPr>
              <a:defRPr sz="1800"/>
            </a:pPr>
            <a:r>
              <a:t>Model quantization: 2-3× faster inference → deeper search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Medium-Term Improvements:</a:t>
            </a:r>
          </a:p>
          <a:p>
            <a:pPr>
              <a:defRPr sz="1800"/>
            </a:pPr>
            <a:r>
              <a:t>Scale to 10M positions: +100-150 Elo (2 weeks)</a:t>
            </a:r>
          </a:p>
          <a:p>
            <a:pPr>
              <a:defRPr sz="1800"/>
            </a:pPr>
            <a:r>
              <a:t>Larger model (20M params): +80-120 Elo (1 week)</a:t>
            </a:r>
          </a:p>
          <a:p>
            <a:pPr>
              <a:defRPr sz="1800"/>
            </a:pPr>
            <a:r>
              <a:t>Parallel search: +50-100 Elo (1 week)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Potential with all improvements:</a:t>
            </a:r>
          </a:p>
          <a:p>
            <a:pPr>
              <a:defRPr sz="1800"/>
            </a:pPr>
            <a:r>
              <a:t>~2300-2400 Elo (Expert/Master level)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Long-Term (Research):</a:t>
            </a:r>
          </a:p>
          <a:p>
            <a:pPr>
              <a:defRPr sz="1800"/>
            </a:pPr>
            <a:r>
              <a:t>Self-play reinforcement learning: +200-400 Elo (1-2 months)</a:t>
            </a:r>
          </a:p>
          <a:p>
            <a:pPr>
              <a:defRPr sz="1800"/>
            </a:pPr>
            <a:r>
              <a:t>NNUE architecture: 10× faster inference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TRAINING PHASE:</a:t>
            </a:r>
            <a:br/>
            <a:r>
              <a:t>Lichess PGN Files (3.1GB) → Filter &amp; Parse → 3.7M Positions</a:t>
            </a:r>
            <a:br/>
            <a:r>
              <a:t>→ DataLoader → MiniResNet Neural Network (6M params)</a:t>
            </a:r>
            <a:br/>
            <a:r>
              <a:t>→ Loss Function → AdamW Optimizer (40 min) → best_model.pth</a:t>
            </a:r>
            <a:br/>
            <a:br/>
            <a:r>
              <a:t>INFERENCE PHASE:</a:t>
            </a:r>
            <a:br/>
            <a:r>
              <a:t>Current Position → Encode Board (12×8×8 tensor)</a:t>
            </a:r>
            <a:br/>
            <a:r>
              <a:t>→ Neural Network → Policy logits + Value</a:t>
            </a:r>
            <a:br/>
            <a:r>
              <a:t>→ Alpha-Beta Search (300ms, depth 2-3)</a:t>
            </a:r>
            <a:br/>
            <a:r>
              <a:t>   • Neural move ordering</a:t>
            </a:r>
            <a:br/>
            <a:r>
              <a:t>   • Transposition table (100K entries)</a:t>
            </a:r>
            <a:br/>
            <a:r>
              <a:t>   • Quiescence search on captures</a:t>
            </a:r>
            <a:br/>
            <a:r>
              <a:t>   • Alpha-beta pruning</a:t>
            </a:r>
            <a:br/>
            <a:r>
              <a:t>→ Best Move → Apply to board → Repeat</a:t>
            </a:r>
            <a:br/>
            <a:br/>
            <a:r>
              <a:t>BENCHMARKING:</a:t>
            </a:r>
            <a:br/>
            <a:r>
              <a:t>Model vs Engines → 100 games each → Statistics → Elo estimates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8,781 Lines of Code  •  33 Python Modules  •  5 Jupyter Notebooks</a:t>
            </a:r>
            <a:br/>
            <a:br/>
            <a:r>
              <a:t>3.7M Training Positions  •  6M Model Parameters  •  300 Benchmark Games</a:t>
            </a:r>
            <a:br/>
            <a:br/>
            <a:r>
              <a:t>40 minutes Training  •  ~$10 Total Cost  •  ~2000 Elo Rating</a:t>
            </a:r>
            <a:br/>
            <a:br/>
            <a:br/>
            <a:r>
              <a:t>A Complete Deep Learning System</a:t>
            </a:r>
            <a:br/>
            <a:r>
              <a:t>From raw data to trained model to competitive gameplay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We Successfully Built a Chess AI!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Problem: Build competitive chess AI affordably</a:t>
            </a:r>
          </a:p>
          <a:p>
            <a:pPr>
              <a:defRPr sz="1800"/>
            </a:pPr>
            <a:r>
              <a:t>Approach: Supervised learning from 3.7M master positions</a:t>
            </a:r>
          </a:p>
          <a:p>
            <a:pPr>
              <a:defRPr sz="1800"/>
            </a:pPr>
            <a:r>
              <a:t>Method: Mini-ResNet + Alpha-Beta Search</a:t>
            </a:r>
          </a:p>
          <a:p>
            <a:pPr>
              <a:defRPr sz="1800"/>
            </a:pPr>
            <a:r>
              <a:t>Result: ~2000 Elo in 40 minutes for $10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What We Demonstrated:</a:t>
            </a:r>
          </a:p>
          <a:p>
            <a:pPr>
              <a:defRPr sz="1800"/>
            </a:pPr>
            <a:r>
              <a:t>Deep learning fundamentals</a:t>
            </a:r>
          </a:p>
          <a:p>
            <a:pPr>
              <a:defRPr sz="1800"/>
            </a:pPr>
            <a:r>
              <a:t>Full ML pipeline (data → training → evaluation)</a:t>
            </a:r>
          </a:p>
          <a:p>
            <a:pPr>
              <a:defRPr sz="1800"/>
            </a:pPr>
            <a:r>
              <a:t>Hybrid AI systems (neural + classical)</a:t>
            </a:r>
          </a:p>
          <a:p>
            <a:pPr>
              <a:defRPr sz="1800"/>
            </a:pPr>
            <a:r>
              <a:t>Practical resource constraints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Broader Impact:</a:t>
            </a:r>
          </a:p>
          <a:p>
            <a:pPr>
              <a:defRPr sz="1800"/>
            </a:pPr>
            <a:r>
              <a:t>AI doesn't require massive budgets</a:t>
            </a:r>
          </a:p>
          <a:p>
            <a:pPr>
              <a:defRPr sz="1800"/>
            </a:pPr>
            <a:r>
              <a:t>Supervised learning is practical for real applications</a:t>
            </a:r>
          </a:p>
          <a:p>
            <a:pPr>
              <a:defRPr sz="1800"/>
            </a:pPr>
            <a:r>
              <a:t>Trade-offs exist between different approaches</a:t>
            </a:r>
          </a:p>
          <a:p>
            <a:pPr>
              <a:defRPr sz="1800"/>
            </a:pPr>
            <a:r>
              <a:t>Data quality matters most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♟️ 3.7M training positions  •  🧠 6M parameters</a:t>
            </a:r>
          </a:p>
          <a:p>
            <a:r>
              <a:t>⚡ 40-minute training  •  🏆 ~2000 Elo  •  💰 $10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